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116"/>
    <p:restoredTop sz="94694"/>
  </p:normalViewPr>
  <p:slideViewPr>
    <p:cSldViewPr snapToGrid="0">
      <p:cViewPr varScale="1">
        <p:scale>
          <a:sx n="121" d="100"/>
          <a:sy n="121" d="100"/>
        </p:scale>
        <p:origin x="128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4D2B4-52E8-55B0-AC09-ADC421F93E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EB2F08-E5FC-977C-9997-198CBDE836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BB219F-86A8-22FC-9210-F41614BBA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CBD34-4764-464F-AA95-D67729EB151A}" type="datetimeFigureOut">
              <a:rPr lang="en-US" smtClean="0"/>
              <a:t>4/1/24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56898D-9BDF-2E7D-FB2A-52B0CD9FB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315D84-5993-0973-876A-F49A151F8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808FE-EC79-7045-AD27-76ECA47049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4910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53711-F60F-6F8F-5280-061AB922F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A25288-3867-6F75-E064-D612CADB6D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DDA9CC-11AD-6D2B-34D9-06FD416DA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CBD34-4764-464F-AA95-D67729EB151A}" type="datetimeFigureOut">
              <a:rPr lang="en-US" smtClean="0"/>
              <a:t>4/1/24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8CDE92-6363-EA0E-9E42-A97E46F9A8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B819B9-6AF9-47C9-1CD6-3CF0174B6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808FE-EC79-7045-AD27-76ECA47049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3295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8D6127-534B-A9BA-7B91-3F39576C10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AB38DC-B3D0-4951-E563-3F6D2B392F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7D879B-3D25-83CD-561B-04248FB2ED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CBD34-4764-464F-AA95-D67729EB151A}" type="datetimeFigureOut">
              <a:rPr lang="en-US" smtClean="0"/>
              <a:t>4/1/24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A3A282-8033-B651-1825-2DD8F2E10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846715-18CC-6259-B821-33E2A7B13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808FE-EC79-7045-AD27-76ECA47049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93991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101D3-3B9E-435C-FF83-B3438E6EDA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B4A182-8F90-B4B8-931A-7F4B8E2F33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EA3891-47C0-55F8-DB34-8E2FF7ACE4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0419B4-6575-C6B9-7493-77168D06EC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CBD34-4764-464F-AA95-D67729EB151A}" type="datetimeFigureOut">
              <a:rPr lang="en-US" smtClean="0"/>
              <a:t>4/1/24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2C12AC-71C6-8061-B7A5-64475483CB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AFBA2E-73E8-3018-43D9-6C6E7A96A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808FE-EC79-7045-AD27-76ECA47049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56799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70145-C86E-59B9-F95E-DCEA5A045D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E34CFA-48D0-643B-C2A4-A8CF346840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C3916F-918C-E3EC-799D-CCD719B268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CFB087-32D7-D2D2-7406-B11F0E1681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5B3480A-079A-50EC-2F7C-6D8BDAC25A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84ACD7E-652E-DA49-B1CF-F02F978F8D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CBD34-4764-464F-AA95-D67729EB151A}" type="datetimeFigureOut">
              <a:rPr lang="en-US" smtClean="0"/>
              <a:t>4/1/24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A6153AA-4755-D11E-7DC2-C4A3ACCFEB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A00D8D3-2CEA-79EC-0E23-4B9630BC3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808FE-EC79-7045-AD27-76ECA47049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55283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90B97E-AC6C-D6C9-BB7F-837A7FFA02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DFB5C2-2868-5780-781E-85C3ECD3D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CBD34-4764-464F-AA95-D67729EB151A}" type="datetimeFigureOut">
              <a:rPr lang="en-US" smtClean="0"/>
              <a:t>4/1/24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DDD055-3831-3CBF-4881-54D8EAAD6F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DA5463-C106-8BA2-BBCB-2F3B19762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808FE-EC79-7045-AD27-76ECA47049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9245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FE1B74B-4094-9485-5962-EF1BC866B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CBD34-4764-464F-AA95-D67729EB151A}" type="datetimeFigureOut">
              <a:rPr lang="en-US" smtClean="0"/>
              <a:t>4/1/24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B12088F-3799-E790-A6ED-2158BBA4A3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3B474A-8A11-0B7E-C6E5-2EB345442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808FE-EC79-7045-AD27-76ECA47049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2992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6B16CA-9157-1928-09D9-7E6C18E52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422C5F-98DA-BABF-F65D-BE82A361AD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02178A-EE2A-84C4-9833-5080CF6C62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E7C4C4-14DF-6F43-BB82-A5D34A58C2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CBD34-4764-464F-AA95-D67729EB151A}" type="datetimeFigureOut">
              <a:rPr lang="en-US" smtClean="0"/>
              <a:t>4/1/24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7A523E-F10F-73CA-91CB-A193599D37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5BCCF0-9787-9C35-5396-5D8804A99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808FE-EC79-7045-AD27-76ECA47049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2707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C82EE-B290-41A6-1801-5D7B179A8D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D7DE152-1F5D-1106-91B3-340CD4BD70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38B6B0-7541-D7AB-F515-31527BCC7B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DAB4DE-8407-FCCE-3B4E-B069A5AC0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CBD34-4764-464F-AA95-D67729EB151A}" type="datetimeFigureOut">
              <a:rPr lang="en-US" smtClean="0"/>
              <a:t>4/1/24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861DD6-7EDF-EC97-6805-12A089DA7C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D15567-23FB-BC33-78B9-DDFD1CA0B9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808FE-EC79-7045-AD27-76ECA47049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19478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8C3C60-4BA4-2F6D-97FD-9B401E38AD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8B7FFF-A8CF-D672-79B5-ACE13451EE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C336AC-17D6-1A2D-F1F5-1D8135547E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CBD34-4764-464F-AA95-D67729EB151A}" type="datetimeFigureOut">
              <a:rPr lang="en-US" smtClean="0"/>
              <a:t>4/1/24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41EF41-2620-6F80-8AFE-4F5F049319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6A2A15-B138-A341-CE50-11D86D8FF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808FE-EC79-7045-AD27-76ECA47049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6551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F5A96E5-2EC8-3332-1025-030159CBA9B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FF9E5C-2E91-217B-ABA0-219EACD3CC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D70137-BDCB-1120-773C-D4BC9F4699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CBD34-4764-464F-AA95-D67729EB151A}" type="datetimeFigureOut">
              <a:rPr lang="en-US" smtClean="0"/>
              <a:t>4/1/24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DD78C3-351B-FFB0-AABF-66F7F04EFE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171F82-7BA3-C88B-896A-49949A8D9B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808FE-EC79-7045-AD27-76ECA47049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73681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99924EE-1672-1697-0827-61DA21500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DB9699-AF97-A4DE-41B0-C7979F22FE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229024-7571-27BD-CB64-EE49E94549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FCBD34-4764-464F-AA95-D67729EB151A}" type="datetimeFigureOut">
              <a:rPr lang="en-US" smtClean="0"/>
              <a:t>4/1/24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07707F-1AAA-CAC0-D4DE-28E02D4AA0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43EF85-C8B7-5365-207F-03B2F194E1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C808FE-EC79-7045-AD27-76ECA47049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24023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0CC36EB0-4A7F-A185-BED2-54D856C8E613}"/>
              </a:ext>
            </a:extLst>
          </p:cNvPr>
          <p:cNvGrpSpPr/>
          <p:nvPr/>
        </p:nvGrpSpPr>
        <p:grpSpPr>
          <a:xfrm>
            <a:off x="0" y="0"/>
            <a:ext cx="6096000" cy="6858001"/>
            <a:chOff x="0" y="0"/>
            <a:chExt cx="6096000" cy="6858001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6B5CD7CE-E9EE-5794-6BC5-048A59210B3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/>
            <a:stretch/>
          </p:blipFill>
          <p:spPr>
            <a:xfrm>
              <a:off x="0" y="0"/>
              <a:ext cx="6096000" cy="3429000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F76A15DC-61AA-D08D-2A46-799054A602F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/>
            <a:stretch/>
          </p:blipFill>
          <p:spPr>
            <a:xfrm>
              <a:off x="0" y="3429001"/>
              <a:ext cx="6096000" cy="3429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959499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Ho, Deborah</dc:creator>
  <cp:lastModifiedBy>Ho, Deborah</cp:lastModifiedBy>
  <cp:revision>4</cp:revision>
  <dcterms:created xsi:type="dcterms:W3CDTF">2023-07-05T14:32:37Z</dcterms:created>
  <dcterms:modified xsi:type="dcterms:W3CDTF">2024-04-01T22:37:14Z</dcterms:modified>
</cp:coreProperties>
</file>