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20"/>
    <p:restoredTop sz="94694"/>
  </p:normalViewPr>
  <p:slideViewPr>
    <p:cSldViewPr snapToGrid="0">
      <p:cViewPr varScale="1">
        <p:scale>
          <a:sx n="116" d="100"/>
          <a:sy n="116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D2B4-52E8-55B0-AC09-ADC421F93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B2F08-E5FC-977C-9997-198CBDE83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B219F-86A8-22FC-9210-F41614BB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898D-9BDF-2E7D-FB2A-52B0CD9F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15D84-5993-0973-876A-F49A151F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9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3711-F60F-6F8F-5280-061AB922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5288-3867-6F75-E064-D612CADB6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DA9CC-11AD-6D2B-34D9-06FD416D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CDE92-6363-EA0E-9E42-A97E46F9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9B9-6AF9-47C9-1CD6-3CF0174B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2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6127-534B-A9BA-7B91-3F39576C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38DC-B3D0-4951-E563-3F6D2B392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879B-3D25-83CD-561B-04248FB2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A282-8033-B651-1825-2DD8F2E1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6715-18CC-6259-B821-33E2A7B1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9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01D3-3B9E-435C-FF83-B3438E6E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A182-8F90-B4B8-931A-7F4B8E2F3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A3891-47C0-55F8-DB34-8E2FF7AC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419B4-6575-C6B9-7493-77168D06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C12AC-71C6-8061-B7A5-6447548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BA2E-73E8-3018-43D9-6C6E7A96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0145-C86E-59B9-F95E-DCEA5A04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34CFA-48D0-643B-C2A4-A8CF34684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3916F-918C-E3EC-799D-CCD719B26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FB087-32D7-D2D2-7406-B11F0E168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3480A-079A-50EC-2F7C-6D8BDAC2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ACD7E-652E-DA49-B1CF-F02F978F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153AA-4755-D11E-7DC2-C4A3ACCF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0D8D3-2CEA-79EC-0E23-4B9630BC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2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B97E-AC6C-D6C9-BB7F-837A7FF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FB5C2-2868-5780-781E-85C3ECD3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DD055-3831-3CBF-4881-54D8EAAD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A5463-C106-8BA2-BBCB-2F3B1976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2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1B74B-4094-9485-5962-EF1BC866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2088F-3799-E790-A6ED-2158BBA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B474A-8A11-0B7E-C6E5-2EB34544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9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16CA-9157-1928-09D9-7E6C18E5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22C5F-98DA-BABF-F65D-BE82A361A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2178A-EE2A-84C4-9833-5080CF6C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7C4C4-14DF-6F43-BB82-A5D34A58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523E-F10F-73CA-91CB-A193599D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BCCF0-9787-9C35-5396-5D8804A9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7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82EE-B290-41A6-1801-5D7B179A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DE152-1F5D-1106-91B3-340CD4BD7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8B6B0-7541-D7AB-F515-31527BCC7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AB4DE-8407-FCCE-3B4E-B069A5AC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61DD6-7EDF-EC97-6805-12A089DA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5567-23FB-BC33-78B9-DDFD1CA0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4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3C60-4BA4-2F6D-97FD-9B401E38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B7FFF-A8CF-D672-79B5-ACE13451E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36AC-17D6-1A2D-F1F5-1D813554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EF41-2620-6F80-8AFE-4F5F0493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2A15-B138-A341-CE50-11D86D8F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5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A96E5-2EC8-3332-1025-030159CBA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F9E5C-2E91-217B-ABA0-219EACD3C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0137-BDCB-1120-773C-D4BC9F46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D78C3-351B-FFB0-AABF-66F7F04E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1F82-7BA3-C88B-896A-49949A8D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924EE-1672-1697-0827-61DA2150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B9699-AF97-A4DE-41B0-C7979F22F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29024-7571-27BD-CB64-EE49E9454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CBD34-4764-464F-AA95-D67729EB15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707F-1AAA-CAC0-D4DE-28E02D4AA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EF85-C8B7-5365-207F-03B2F194E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76F0EA2-64A4-633E-999F-D67FD87871DD}"/>
              </a:ext>
            </a:extLst>
          </p:cNvPr>
          <p:cNvGrpSpPr/>
          <p:nvPr/>
        </p:nvGrpSpPr>
        <p:grpSpPr>
          <a:xfrm>
            <a:off x="0" y="0"/>
            <a:ext cx="6096000" cy="6858001"/>
            <a:chOff x="0" y="0"/>
            <a:chExt cx="6096000" cy="68580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B5CD7CE-E9EE-5794-6BC5-048A59210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6096000" cy="3429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6A15DC-61AA-D08D-2A46-799054A60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3429001"/>
              <a:ext cx="609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5949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Ho, Deborah</dc:creator>
  <cp:lastModifiedBy>Ho, Deborah</cp:lastModifiedBy>
  <cp:revision>5</cp:revision>
  <dcterms:created xsi:type="dcterms:W3CDTF">2023-07-05T14:32:37Z</dcterms:created>
  <dcterms:modified xsi:type="dcterms:W3CDTF">2024-11-25T17:30:02Z</dcterms:modified>
</cp:coreProperties>
</file>